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E79EF2D-1CEB-47B8-95A0-5439C9A485C0}" type="datetimeFigureOut">
              <a:rPr lang="es-ES" smtClean="0"/>
              <a:t>22/05/2026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CD1923-A032-45E6-AC17-1A64B64A259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376677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Nota: Agregue también a mi usuario administrador para que más adelante tenga permisos para comprimir las carpetas.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CD1923-A032-45E6-AC17-1A64B64A259F}" type="slidenum">
              <a:rPr lang="es-ES" smtClean="0"/>
              <a:t>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874976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Nota: Aquí en la carpeta compartida también metí al administrador por lo contado anteriormente.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CD1923-A032-45E6-AC17-1A64B64A259F}" type="slidenum">
              <a:rPr lang="es-ES" smtClean="0"/>
              <a:t>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247865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CBFDB5-186E-5662-2139-2F88D0DE65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17899E4-0E33-3B60-55FB-3F9F936E3B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07225A8-E542-17DE-D739-35B0334586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E94DD-8D54-4DF1-97A5-869ABCC9228F}" type="datetimeFigureOut">
              <a:rPr lang="es-ES" smtClean="0"/>
              <a:t>22/05/2026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7C493FC-4EC0-8DD4-78E4-23FC7408D3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E94DAD7-A3DF-9E90-2CCF-8B853F959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344E1-89D2-49DA-AC4C-794AEDC070B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514459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1812C45-7D37-3F80-36AD-240A09B206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BAE63FF-E66E-E5F7-5C2F-E8E816E996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BCA6C15-DA30-D079-F688-5B0485C738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E94DD-8D54-4DF1-97A5-869ABCC9228F}" type="datetimeFigureOut">
              <a:rPr lang="es-ES" smtClean="0"/>
              <a:t>22/05/2026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C79EFB8-9553-ECC2-3B7B-FFA4DDDA8F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8BB4255-5428-A265-BF48-6AA5E16308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344E1-89D2-49DA-AC4C-794AEDC070B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261907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7DFFEC-0D16-5027-D107-488E7D7AFC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DAB7266-7426-A387-033F-2EAAF5343D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1C7CA6E-FDD1-2B89-30C8-F47FB344F0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E94DD-8D54-4DF1-97A5-869ABCC9228F}" type="datetimeFigureOut">
              <a:rPr lang="es-ES" smtClean="0"/>
              <a:t>22/05/2026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5E3FF5F-5B12-21F7-AF5F-6E5031E3D4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15A3585-2B85-15D4-9015-268B2B5E64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344E1-89D2-49DA-AC4C-794AEDC070B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83347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B5528E8-D1BE-6547-1F8B-BC10442DFB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E4F199D-E01B-67CA-765C-5281D07DE8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67CE66C-18D1-54E3-3C3D-0EC42D463B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A60106A-0D13-63CA-3A63-2831A2454E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E94DD-8D54-4DF1-97A5-869ABCC9228F}" type="datetimeFigureOut">
              <a:rPr lang="es-ES" smtClean="0"/>
              <a:t>22/05/2026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CECCB5E-5C7E-7F09-9DCB-F9E55769BC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532D648-6F5C-D028-A78D-0AA351630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344E1-89D2-49DA-AC4C-794AEDC070B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293568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3EF0EF9-1391-5F23-1E38-7353A5C602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AC8675F-1980-0398-C444-A9A7A1F0CB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B54049E-7F53-C65D-F791-579D85D8D1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AE40A6BA-173D-95B8-3E58-3174E4E8108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EDC29658-D3C3-0680-CD32-A038A44A97A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8C8A1BA4-DDC6-5899-B6FE-178042AB12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E94DD-8D54-4DF1-97A5-869ABCC9228F}" type="datetimeFigureOut">
              <a:rPr lang="es-ES" smtClean="0"/>
              <a:t>22/05/2026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92729B47-E731-DB0F-2647-736DA2EB19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8B7E1945-7003-7A6C-C34E-B750458F55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344E1-89D2-49DA-AC4C-794AEDC070B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367287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49B38D1-88EE-0730-09D8-77EFA10900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59BB2201-D3C9-2E99-BF28-E869FDB8D2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E94DD-8D54-4DF1-97A5-869ABCC9228F}" type="datetimeFigureOut">
              <a:rPr lang="es-ES" smtClean="0"/>
              <a:t>22/05/2026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D3F905A3-8D1E-F46B-950F-0A58CCEEEF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BA1B402-5B08-77CF-38DC-F27131DD42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344E1-89D2-49DA-AC4C-794AEDC070B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673515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C15EF77E-0C80-0D6C-8F0C-527089C4AD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E94DD-8D54-4DF1-97A5-869ABCC9228F}" type="datetimeFigureOut">
              <a:rPr lang="es-ES" smtClean="0"/>
              <a:t>22/05/2026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3FE9F6D6-1699-9022-A698-6724588C92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75309D6-1ED0-C716-A916-227BDC2FFD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344E1-89D2-49DA-AC4C-794AEDC070B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323797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128929-823C-101B-4C0E-08E5861EF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861ED01-D0C8-8ECC-9A98-9A82A4686B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2FEF60B-D8DB-5ACB-0E57-107E610329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A245EF5-D0E6-2C04-6983-0029CB5F23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E94DD-8D54-4DF1-97A5-869ABCC9228F}" type="datetimeFigureOut">
              <a:rPr lang="es-ES" smtClean="0"/>
              <a:t>22/05/2026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3BACAF8-D55B-89E5-D039-C5EC2EB8B5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3CAF592-5CC1-5440-8728-5BD7310AFD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344E1-89D2-49DA-AC4C-794AEDC070B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73740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B522758-EBCF-7A25-0AFD-AEAEBAD597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4941FD17-4F2E-0A65-3879-EDBA8EF0B81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36DA52A-ED4E-AA7F-EA87-FAAA01708D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03585AA-3F49-05EF-327B-1E7F8BB743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E94DD-8D54-4DF1-97A5-869ABCC9228F}" type="datetimeFigureOut">
              <a:rPr lang="es-ES" smtClean="0"/>
              <a:t>22/05/2026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3C31115-5075-E81D-21DE-FD365B9686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EFF1BEA-0EFF-2635-99E6-048FE49707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344E1-89D2-49DA-AC4C-794AEDC070B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57208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82C56E5-132A-7FE4-F12E-36ACAF33B3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55A54F75-6B9E-7082-717E-835A02DCE2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F092154-EBFD-C82C-C2E9-58C2EB3F76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E94DD-8D54-4DF1-97A5-869ABCC9228F}" type="datetimeFigureOut">
              <a:rPr lang="es-ES" smtClean="0"/>
              <a:t>22/05/2026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D321712-0073-89F6-E23E-C99410533C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F337108-38C2-A1F0-E43E-BE2DFAA25C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344E1-89D2-49DA-AC4C-794AEDC070B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284180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3AB71A5A-AFF0-1E7E-BF03-48595EBC20E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0D893595-FD1C-2207-219B-8A95C8C29A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6A87450-01A3-86E8-2BF1-1BECFEE934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E94DD-8D54-4DF1-97A5-869ABCC9228F}" type="datetimeFigureOut">
              <a:rPr lang="es-ES" smtClean="0"/>
              <a:t>22/05/2026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21AA90E-4D79-17DC-5B46-55BA4D0DB6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A87884F-4A2E-09FE-1E47-5305ED3387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344E1-89D2-49DA-AC4C-794AEDC070B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569301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5DBC6855-C500-B2A5-1EF9-D7D6B99A29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15BBA6E-1C99-E70E-8894-48F26CFC7E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AE0F003-5234-DC0A-38E4-BA392553B2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2E94DD-8D54-4DF1-97A5-869ABCC9228F}" type="datetimeFigureOut">
              <a:rPr lang="es-ES" smtClean="0"/>
              <a:t>22/05/2026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91B674C-EEE9-C22B-7DB6-6B4A222176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6D242FF-F364-D860-FBA1-51CB7184CF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3344E1-89D2-49DA-AC4C-794AEDC070B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129924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BBC6FC4F-978F-96A0-73D4-8CBF29B87D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4837" y="471616"/>
            <a:ext cx="10342325" cy="5261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17745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8499B8AC-B516-E881-AB2E-07D6ECE69F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79945" y="1217781"/>
            <a:ext cx="6175945" cy="4248910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E2DEA8CE-17BA-EFC1-76BC-6B2AED59C5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4579" y="1493947"/>
            <a:ext cx="6614858" cy="38701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93407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092F0091-B298-3C8A-E5EB-4206937DCA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5094" y="1303754"/>
            <a:ext cx="6464034" cy="3976986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5BA05257-45D4-1953-5CF6-EE21F1A8C7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05407" y="1303754"/>
            <a:ext cx="6297945" cy="3655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77574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76EA1FE0-3DE9-A948-E6F5-FC418B2850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1012" y="954879"/>
            <a:ext cx="8309975" cy="4421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56552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>
            <a:extLst>
              <a:ext uri="{FF2B5EF4-FFF2-40B4-BE49-F238E27FC236}">
                <a16:creationId xmlns:a16="http://schemas.microsoft.com/office/drawing/2014/main" id="{5E9ADC9B-9190-8D67-4CC9-5DE04EF2A8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4640" y="675891"/>
            <a:ext cx="7487695" cy="2753109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9815B1E5-FB39-496E-9DE9-B97D463434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7334" y="4210732"/>
            <a:ext cx="11517332" cy="1143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724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F1AE70B-FB3F-CE3A-4DAA-A8C59DA062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8702" y="2129691"/>
            <a:ext cx="7222510" cy="1683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86719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A66CD87E-8828-981A-4701-17B08D2D04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8652" y="2550937"/>
            <a:ext cx="6254695" cy="878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64164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F8D10772-8EDD-6C37-DE1D-4BD7C1D88D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6836" y="1422592"/>
            <a:ext cx="8078327" cy="3610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47771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>
            <a:extLst>
              <a:ext uri="{FF2B5EF4-FFF2-40B4-BE49-F238E27FC236}">
                <a16:creationId xmlns:a16="http://schemas.microsoft.com/office/drawing/2014/main" id="{7D7F99CB-B93C-DF0C-A5F9-967B42E296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1338" y="3747813"/>
            <a:ext cx="7554379" cy="1676634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A86426F2-E873-28D1-6EB2-F6C23B58A8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0393" y="1433553"/>
            <a:ext cx="7630590" cy="1762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43651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ABD3BB56-7F1F-0D2F-6883-5BF2E502FB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53605" y="240382"/>
            <a:ext cx="3577099" cy="3626781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C3FFB91E-81FA-F198-EE0C-320CDA4C3D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0176" y="193463"/>
            <a:ext cx="5104318" cy="3720617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9E96BE56-1273-1FE8-E531-0B7C7D5E3F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37168" y="752479"/>
            <a:ext cx="3856456" cy="4046209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78316DAA-5403-D142-EE35-FB8B1D76E9E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36405" y="4100807"/>
            <a:ext cx="5420481" cy="2543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81076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9477288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</TotalTime>
  <Words>37</Words>
  <Application>Microsoft Office PowerPoint</Application>
  <PresentationFormat>Panorámica</PresentationFormat>
  <Paragraphs>4</Paragraphs>
  <Slides>11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Raúl Díaz García</dc:creator>
  <cp:lastModifiedBy>Raúl Díaz García</cp:lastModifiedBy>
  <cp:revision>9</cp:revision>
  <dcterms:created xsi:type="dcterms:W3CDTF">2026-05-22T09:24:58Z</dcterms:created>
  <dcterms:modified xsi:type="dcterms:W3CDTF">2026-05-22T11:12:30Z</dcterms:modified>
</cp:coreProperties>
</file>